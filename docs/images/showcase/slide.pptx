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38</c:v>
                </c:pt>
                <c:pt idx="2">
                  <c:v>52</c:v>
                </c:pt>
                <c:pt idx="3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822960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Quarterly Review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45920"/>
          <a:ext cx="51206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Oval 3"/>
          <p:cNvSpPr/>
          <p:nvPr/>
        </p:nvSpPr>
        <p:spPr>
          <a:xfrm>
            <a:off x="5943600" y="1828800"/>
            <a:ext cx="274320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+38%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3657600"/>
            <a:ext cx="2743200" cy="10972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On target</a:t>
            </a:r>
          </a:p>
        </p:txBody>
      </p:sp>
      <p:sp>
        <p:nvSpPr>
          <p:cNvPr id="6" name="Pentagon 5"/>
          <p:cNvSpPr/>
          <p:nvPr/>
        </p:nvSpPr>
        <p:spPr>
          <a:xfrm>
            <a:off x="5943600" y="5029200"/>
            <a:ext cx="2743200" cy="1097280"/>
          </a:xfrm>
          <a:prstGeom prst="homePlat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