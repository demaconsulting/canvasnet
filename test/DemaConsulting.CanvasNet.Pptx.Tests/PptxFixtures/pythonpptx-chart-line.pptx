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</c:v>
                </c:pt>
                <c:pt idx="1">
                  <c:v>9.0</c:v>
                </c:pt>
                <c:pt idx="2">
                  <c:v>6.5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2.0</c:v>
                </c:pt>
                <c:pt idx="1">
                  <c:v>5.0</c:v>
                </c:pt>
                <c:pt idx="2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